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ppt/presentation.xml><?xml version="1.0" encoding="UTF-8" standalone="yes"?><p:presentation xmlns:a="http://schemas.openxmlformats.org/drawingml/2006/main" xmlns:p="http://schemas.openxmlformats.org/presentationml/2006/main"><p:sldMasterIdLst><p:sldMasterId id="2147483648"/></p:sldMasterIdLst><p:sldIdLst><p:sldId id="256" r:id="rId1"/><p:sldId id="257" r:id="rId2"/></p:sldIdLst><p:sldSz cx="9144000" cy="6858000"/><p:notesSz cx="6858000" cy="9144000"/>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/>
        <p:txBody>
          <a:bodyPr/>
          <a:lstStyle/>
          <a:p>
            <a:r>
              <a:rPr lang="en-US" sz="2400"/>
              <a:t>Quarterly Overview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>
          <p:cNvPr id="2" name="Title 1"/>
          <p:cNvSpPr/>
          <p:nvPr/>
        </p:nvSpPr>
        <p:spPr/>
        <p:txBody>
          <a:bodyPr/>
          <a:lstStyle/>
          <a:p>
            <a:r>
              <a:rPr lang="en-US" sz="2000"/>
              <a:t>Project status</a:t>
            </a:r>
          </a:p>
        </p:txBody>
      </p:sp>
    </p:spTree>
  </p:cSld>
</p:sld>
</file>